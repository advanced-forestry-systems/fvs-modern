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 AcadianGY</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benchmarked here. SILC's operational AGM is NOT one of them.</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1746504" y="1417320"/>
            <a:ext cx="865936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(green) climbs to ~200 ft²/ac at year 100. MORTCAL (gold) plateaus at 80-110 ft²/ac — operationally credible carrying capacity.</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2560320" y="1508760"/>
            <a:ext cx="7050024"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Year-100 BA in ft²/ac, Cords in cords/ac</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ft²/ac,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SILC CFI now has approximate lat/long (46.46° N, 68.43° W, Davistown). Used to sample BGI and CSI rasters.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24 reliable remeasurement intervals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10</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1/5 ac, EXPF=5</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5</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1986 / 1990 / 1995 / 2000</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1,399</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live trees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327 dead + 269 removed</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649</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tree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140 mortality records</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24</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remeasurement intervals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4 to 9 year span each</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SILC_CFI_FIADB_Database_v3.xlsx, FIADB-structured, Weiskittel 2026-05-28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Real Seven Islands data with 24 remeasurement intervals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2615184" y="1417320"/>
            <a:ext cx="6940296"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¼)</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ft²/ac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1591056" y="1371600"/>
            <a:ext cx="897940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ft²/ac, Cords 35 to 39 cords/ac. Sawlog BdFt R²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ft²/ac,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ft²/ac,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Long horizon scorecard: 10 to 14 year projections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Earliest to latest CFI measurement per plot. Mean 10 yr horizon. n=6 routine pairs</a:t>
            </a:r>
            <a:endParaRPr lang="en-US" sz="1600" dirty="0"/>
          </a:p>
        </p:txBody>
      </p:sp>
      <p:pic>
        <p:nvPicPr>
          <p:cNvPr id="4" name="Image 0" descr="/sessions/friendly-compassionate-rubin/mnt/repos--fvs-modern/calibration/output/comparisons_overstory/silc_cfi/silc_cfi_long_scatter.png">    </p:cNvPr>
          <p:cNvPicPr>
            <a:picLocks noChangeAspect="1"/>
          </p:cNvPicPr>
          <p:nvPr/>
        </p:nvPicPr>
        <p:blipFill>
          <a:blip r:embed="rId1"/>
          <a:stretch>
            <a:fillRect/>
          </a:stretch>
        </p:blipFill>
        <p:spPr>
          <a:xfrm>
            <a:off x="1024128" y="1371600"/>
            <a:ext cx="10104120" cy="41148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4389120"/>
          <a:ext cx="11247120" cy="1371600"/>
        </p:xfrm>
        <a:graphic>
          <a:graphicData uri="http://schemas.openxmlformats.org/drawingml/2006/table">
            <a:tbl>
              <a:tblPr/>
              <a:tblGrid>
                <a:gridCol w="2011680"/>
                <a:gridCol w="1371600"/>
                <a:gridCol w="1508760"/>
                <a:gridCol w="1463040"/>
                <a:gridCol w="1600200"/>
                <a:gridCol w="1463040"/>
                <a:gridCol w="1828800"/>
              </a:tblGrid>
              <a:tr h="22860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Model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FVS-ACD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-11.5%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457200" y="585216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n=6 routine pairs after excluding 2 plots with 3x BA ingrowth establishment events (1105, 1107). MORTCAL = #126b in-source mortality correction.</a:t>
            </a:r>
            <a:endParaRPr lang="en-US" sz="10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cuts long horizon bias by more than half, beats all defaults on BdFt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drive the long-horizon over-projection: under-mortality + uniform DBH growth.</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1591056" y="1417320"/>
            <a:ext cx="8979408" cy="41148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ft²/ac.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#126b size-dependent mortality patch (Maine FIA calibration). Default OFF in 12.3.9; enable via ops$MORTCAL=TRUE.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594360" y="1554480"/>
            <a:ext cx="10972800" cy="411480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ft²/ac.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ft²/ac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2026-05-29T16:57:07Z</dcterms:created>
  <dcterms:modified xsi:type="dcterms:W3CDTF">2026-05-29T16:57:07Z</dcterms:modified>
</cp:coreProperties>
</file>