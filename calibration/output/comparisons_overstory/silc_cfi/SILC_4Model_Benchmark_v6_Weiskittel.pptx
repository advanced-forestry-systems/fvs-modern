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 Islands four-model benchmark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model CFI scorecard plus 100 year strata yield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280160" cy="54864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 R. Weiskittel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 |  University of Maine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Ian and Ryan, Seven Islands Land Company  |  28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operational questions, one framework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Long-horizon yield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a Mixedwood A+B stand yield in cords over 100 years?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Driver: AGM byStrata trajectories on the 11 SILC matrix stands, projected to 2123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 of this deck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63040"/>
            <a:ext cx="73152" cy="4206240"/>
          </a:xfrm>
          <a:prstGeom prst="rect">
            <a:avLst/>
          </a:prstGeom>
          <a:solidFill>
            <a:srgbClr val="88A47A"/>
          </a:solidFill>
          <a:ln w="12700">
            <a:solidFill>
              <a:srgbClr val="88A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91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Short-horizon accuracy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close does the model land at 5 to 10 year remeasurement on SILC's own plots?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Driver: SILC CFI database (10 plots, 1981 to 2000) with 24 remeasurement intervals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2 of this deck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horizon for planning, short horizon for trust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forest types x two density classes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Replaces the prior 11 byStrata stand grouping with 10 operational cells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strata_5x2_plot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SILC matrix stand inventory, 2696 plots across the Acadian Matrix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 and Commercial Softwood dominate the 10-cell map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Stratification rules for SILC sign 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each SILC plot is assigned to the 5 x 2 grid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Forest type assignment (by % stand BA)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Cedar: white cedar share &gt;=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Softwood: pines &gt;= 50% (JP, RP, WP)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Mixedwood: hardwood &gt;= 30% AND softwood &gt;= 30% (folds HS + SH)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Hardwood: HW dominant when softwood &lt;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Softwood: SW dominant (spruce, fir, hemlock) when HW &lt;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Unclassifiable: total identified species below 50% (CFI plot 1103)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276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Density class assignment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A+B (high): REL_DENSITY &gt;= 0.28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C+D (low): REL_DENSITY &lt; 0.28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REL_DENSITY = SDI / SDI_max with SDI_max = 450 (Long 1985 NE softwood)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= CFI sample median; balances 5/5 plot split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alternative: SILC Matrix BA stocking lines A (&gt;=100), B (80-100), C (60-80), D (&lt;60)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thresholds open for SILC sign off; mapping file silc_strata_5x2_mapping.csv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Awaiting SILC confirmation on species cutoffs and density threshold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AGM projects merch cords over 100 years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Plot-count weighted means with between-stand 5 to 95 percentile ribbon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strata_5x2_cords_weigh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114300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Plot-count weighted across SILC matrix stands; ribbon = between stand 5 to 95 percentile band; 4 cells empty in AGM byStrata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 C+D and Mixedwood C+D project the largest 100 year cords gains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Year-100 outcomes by stratum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factor = year-100 value divided by year-0 value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41148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2194560"/>
                <a:gridCol w="237744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Stratum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 stands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Year-0 cords/ac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Year-100 cords/ac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Growth factor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Cedar / C+D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59.3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1.66x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Hardwood / A+B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65.3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2.62x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Hardwood / C+D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17.9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61.0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3.41x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Mixedwood / C+D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66.4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2.85x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Softwood / A+B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61.0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2.25x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Softwood / C+D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62.9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2.54x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(AcadianGY v12) byStrata; 4 cells have no byStrata coverage (Cedar A+B, Mixedwood A+B, both Other Softwood)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density cells project the largest growth factors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SILC CFI gives us the empirical anchor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Davistown / Town 13 Tract 2, northern Maine | 24 reliable remeasurement intervals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fixed-area plots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 ac, EXPF=5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53512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953512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waves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53512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 / 1986 / 1990 / 1995 / 2000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58384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1,399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358384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trees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58384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327 dead + 269 removed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63256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649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763256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tree growth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63256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 mortality records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68128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168128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remeasurement intervals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8128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to 9 year span each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of 10 strata cells covered by CFI plots: Cedar / Hardwood (both densities) / Mixedwood (both) / Commercial Softwood / C+D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/ A+B is uniquely covered by CFI but NOT by AGM byStrata — the two anchors are complementary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SILC_CFI_FIADB_Database_v3.xlsx, FIADB-structured, Weiskittel 2026-05-28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Seven Islands data with 24 remeasurement intervals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models bracket the truth on CFI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lands closest, AGM over projects, OSM-ACD under projects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multimodel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114300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= AcadianGY 12.3.9 (in-source mortality + ingrowth fix); OSM-ACD = Open Stand Model Acadian v2.26.1, Cardinal SLURM 10988107 + 10990880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and AGM near zero, OSM is the under bracket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 model CFI accuracy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growth subset, n=17. Best of each metric in green, worst in red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1161288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21945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Predictor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(Intl 1/4)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SDI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Curtis RD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 growth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-15.9%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+5.2%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FIA prior PAI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(AcadianGY)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default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calibrated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FVS-ACD (default = cal *)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-0.7%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FVS-ACD calibration tweaks BAMAX stocking caps which do not bind below 150 ft^2/ac BA; default and calibrated produce identical projections on these CFI plots. n=17 routine-growth subset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wins BA, FVS-ACD wins cords, AGM wins BdFt SDI RD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 composition matched by AGM and OSM-ACD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within 1.3 pp on Comm SW share, OSM-ACD within 3 pp on all four groups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species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of routine-growth subset n=17. Bias annotations are predicted minus observed in percentage points. FVS per tree species output deferred (TREELIST scheduling)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and OSM-ACD both track the observed Comm SW + Hardwood mix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means for SILC operational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FVS-NE calibrated for 5 to 15 year operational projections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bias across short and long horizons (BA -0.3% at 5 yr, +6% at 10 yr; cords -3.8% / +4.6%). Validated Cardinal pipeline, default + calibrated.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8036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AGM for sawlog BdFt and long horizon strata yield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Sawlog champion at all horizons (R^2 0.81 to 0.94). 100 year strata cords trajectories drive allowable cut. AGM BA bias grows to +18% at 10 yr - prefer FVS-NE for BA.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38912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26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Bracket with OSM-ACD as the conservative under projection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49834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OSM-ACD is the lower bound at all horizons (-8 to -10% bias). Report FVS-NE plus OSM as a range; per plot RMSE 14 ft^2/ac BA at 10 yr horizon.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for short horizon, AGM for long horizon, OSM as bracket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horizon scorecard: 10 to 14 year projections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Earliest to latest CFI measurement per plot. Mean horizon 10 years. n=6 routine pairs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long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292608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11247120" cy="118872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08760"/>
                <a:gridCol w="1463040"/>
                <a:gridCol w="1600200"/>
                <a:gridCol w="146304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5 yr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10 yr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5 yr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10 yr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5 yr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10 yr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+6.1%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+18.5%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+7.0%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+19.3%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+16.7%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+5.7%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-3.8%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+4.6%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-14.3%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FVS-ACD def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+5.3%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+15.9%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-10.1%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-8.0%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-9.7%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-7.3%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-6.6%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7607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n=6 routine pairs after excluding 2 plots with 3x BA ingrowth establishment events (1105, 1107)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bias accumulates 2-3x at long horizon, FVS-NE calibrated stays best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CFI scorecard fits a larger validation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n=17 SILC CFI pairs anchored against 12029 plot Maine FIA validation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375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3375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SILC CFI routine remeasurement pairs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3375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Davistown, ME 1981 to 2000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6567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12,029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26567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Maine + NH + VT FIA paired plots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6567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Apples-to-apples overstory recompute, DIA &gt;= 5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9759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-0.06%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19759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FVS-ACD calibrated BA bias on FIA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759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of CFI scorecard, n 700x larger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+5% to +6% AGM and FVS-ACD CFI biases are consistent with the +0% bias the same calibration achieves on 12,029 FIA plots when stand structure differences are accounted for. The CFI biases reflect SILC's Acadian Matrix configuration, not a model failure.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 recompute: SLURM 10591333; calibration/output/comparisons_overstory/FINDINGS.md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n CFI scorecard is consistent with the large n FIA validation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 the 5 x 2 stratification with SILC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off that the species composition rules and density threshold match your operational categories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2514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 FVS per tree species output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TREELIST column-format issue with standalone FVS binary, so FVS species comp joins observed + AGM + OSM in the scorecard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3657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Backfill the empty AGM strata cells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Cedar/A+B, Mixedwood/A+B, both Other Softwood; pull from plot level AcadianGY R on the underlying SILC plots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4800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the uncertainty bands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212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empirical CFI RMSE figures as the per plot uncertainty for SILC operational reporting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model scaffold is live, awaiting SILC sign off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 discussion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5458968" y="3520440"/>
            <a:ext cx="1280160" cy="54864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Aaron R. Weiskittel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aaron.weiskittel@maine.edu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| University of Maine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SILC Four-Model Benchmark</dc:title>
  <dc:subject>PptxGenJS Presentation</dc:subject>
  <dc:creator>Aaron R. Weiskittel</dc:creator>
  <cp:lastModifiedBy>Aaron R. Weiskittel</cp:lastModifiedBy>
  <cp:revision>1</cp:revision>
  <dcterms:created xsi:type="dcterms:W3CDTF">2026-05-29T10:37:02Z</dcterms:created>
  <dcterms:modified xsi:type="dcterms:W3CDTF">2026-05-29T10:37:02Z</dcterms:modified>
</cp:coreProperties>
</file>