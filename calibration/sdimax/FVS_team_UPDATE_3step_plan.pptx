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s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114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staged plan to refine FVS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640080" y="306324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 calibration, a localized density limit, and a CONUS-wide single variant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for the USDA Forest Service FVS team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Weiskittel and collaborators  |  Center for Research on Sustainable Forests  |  14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plan, three steps: near-term to long-term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41148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3566160" cy="10972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1A3D2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Calibrate via FIA modifiers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FIA-derived calibration modifiers (mortality, growth, density limit) onto the existing FVS engine. Deployable now; this is the basis of fvs-modern.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5720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Working: beats regional NE and ACD on basal area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3566160" cy="4114800"/>
          </a:xfrm>
          <a:prstGeom prst="rect">
            <a:avLst/>
          </a:prstGeom>
          <a:solidFill>
            <a:srgbClr val="EDF3EE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417320"/>
            <a:ext cx="3566160" cy="10972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rgbClr val="1A3D2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34924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Refine the maximum SDI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256032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the species-weighted maximum with a localized, FIA-derived one, jointly calibrated with mortality, to improve long-term density and self-thinning.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45720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Validated: better self-thinning in 19 of 20 variants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3566160" cy="41148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1417320"/>
            <a:ext cx="3566160" cy="109728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9" name="Shape 17"/>
          <p:cNvSpPr/>
          <p:nvPr/>
        </p:nvSpPr>
        <p:spPr>
          <a:xfrm>
            <a:off x="8366760" y="1691640"/>
            <a:ext cx="640080" cy="640080"/>
          </a:xfrm>
          <a:prstGeom prst="ellipse">
            <a:avLst/>
          </a:prstGeom>
          <a:solidFill>
            <a:srgbClr val="1A3D28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4400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CONUS variant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66760" y="256032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Refit the component equations as a single trait-aware CONUS variant covering all species, retiring the 20 separate regional variants.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66760" y="45720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progress: components built, integration next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step stands alone and improves FVS; together they modernize it end to end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Calibrate the FVS engine with FIA-derived modifiers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Deployable on the existing engine today; the basis of fvs-modern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36576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0" y="365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FIA calibration modifiers on the existing engine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is.  </a:t>
            </a:r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FVS engine and species tables, and layer FIA-derived calibration on top: mortality, growth, and density-limit modifiers (MORTMULT, BAIMULT, SDIMAX) fit to FIA remeasurement. No new equations to certify; it improves accuracy with the engine as-is.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Northeast benchmark, FIA remeasurement (year-0 reproduces observed state exactly):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3474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-0.6%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011680" y="4480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calibrated basal area bias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3474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068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+12 to 13%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309360" y="4480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NE and ACD bias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870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of Maine | Center for Research on Sustainable Forests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Calibrated FVS already beats the regional variants on basal area in the Northeast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Refine the maximum SDI for better long-term predictions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density limit governs self-thinning over a rotation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36576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0" y="365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Species-weighted maximum is biased; a localized one predicts better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2468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68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+28%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474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species-weighted bias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FIA-derived maximum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2468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68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754880" y="3474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bias-corrected R-squared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(near-zero plot skill)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0" y="2468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~85%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503920" y="3474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self-thinning prediction,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localized vs species-weighted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SDI is not observable, so the test is predictive: relative density from the localized maximum predicts observed self-thinning about 85 percent better, in every region (82,130 plots)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the density limit from a localized, FIA-derived maximum, not species-weighted constants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36576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0" y="365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Confirmed across all 20 CONUS variants in the engine</a:t>
            </a:r>
            <a:endParaRPr lang="en-US" sz="2900" dirty="0"/>
          </a:p>
        </p:txBody>
      </p:sp>
      <p:pic>
        <p:nvPicPr>
          <p:cNvPr id="5" name="Image 0" descr="allvar_level_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115568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variant needs its own level (0.6 to 2.0, median 1.2), calibrated jointly with its mortality, not a uniform drop-in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level-calibrated localized maximum matches or beats native in 19 of 20 variants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Refit the component equations as one CONUS variant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away from 20 separately maintained regional variants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36576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0" y="365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trait-aware set, built on two axes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023360" y="13716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Species-dependent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(per-species fit)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38160" y="13716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Species-independent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(trait-driven, species-free)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3291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Tree-level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3291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Stand-level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023360" y="2148840"/>
            <a:ext cx="3931920" cy="1508760"/>
          </a:xfrm>
          <a:prstGeom prst="rect">
            <a:avLst/>
          </a:prstGeom>
          <a:solidFill>
            <a:srgbClr val="F4F6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2258568"/>
            <a:ext cx="3611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Growth, height-diameter, crown, survival, ingrowth fit per species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38160" y="2148840"/>
            <a:ext cx="3931920" cy="1508760"/>
          </a:xfrm>
          <a:prstGeom prst="rect">
            <a:avLst/>
          </a:prstGeom>
          <a:solidFill>
            <a:srgbClr val="F4F6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258568"/>
            <a:ext cx="3611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components from a trait and climate form; covers rare species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023360" y="3840480"/>
            <a:ext cx="3931920" cy="1508760"/>
          </a:xfrm>
          <a:prstGeom prst="rect">
            <a:avLst/>
          </a:prstGeom>
          <a:solidFill>
            <a:srgbClr val="EAF1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3950208"/>
            <a:ext cx="3611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Composition-driven density and basal area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38160" y="3840480"/>
            <a:ext cx="3931920" cy="1508760"/>
          </a:xfrm>
          <a:prstGeom prst="rect">
            <a:avLst/>
          </a:prstGeom>
          <a:solidFill>
            <a:srgbClr val="EAF1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3950208"/>
            <a:ext cx="3611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Density and basal area on the localized maximum SDI (Step 2)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5778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per-species shrinkage blend joins the two columns: known species keep their fit, rare species fall back to traits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variant, all species, with calibrated uncertainty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36576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0" y="365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Early evidence: competitive, and strong on rare species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0.091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05840" y="32918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species-dependent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 (cm/yr)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22860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666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0.097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754880" y="32918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Greg Johnson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species-specific RMSE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0" y="22860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6D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0.118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503920" y="32918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species-free,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Douglas-fir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6177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Douglas-fir diameter growth: competitive with a species-specific model, and within about 22 percent predicting a species it has never seen, exactly the rare-species case regional variants do not cover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trait leg covers the species the regional variants cannot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and where your input would help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73152" cy="91440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 — FIA modifiers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150876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and benchmarked; deployable on the current engine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1064240" cy="9144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560320"/>
            <a:ext cx="73152" cy="91440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60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 — Maximum SDI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06240" y="256032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across all 20 variants; ready to adopt jointly with mortality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11064240" cy="914400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611880"/>
            <a:ext cx="73152" cy="9144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11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 — CONUS variant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206240" y="361188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 built, stand-level prototyped; engine injection is the next task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would value FVS-team guidance on:  </a:t>
            </a:r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maximum-SDI source and SDI convention, the engine integration path for the CONUS equations, and the benchmark protocol to match.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steps, each improving FVS, with a clear path to one modern CONUS variant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s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36118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technical report and data available on request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aaron.weiskittel@maine.edu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2026-06-14T16:47:07Z</dcterms:created>
  <dcterms:modified xsi:type="dcterms:W3CDTF">2026-06-14T16:47:07Z</dcterms:modified>
</cp:coreProperties>
</file>