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Islands four-model benchmark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model CFI scorecard plus 100 year strata yield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 R. Weiskittel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 |  University of Maine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Ian and Ryan, Seven Islands Land Company  |  28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operational questions, one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Long-horizon yield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a Mixedwood A+B stand yield in cords over 100 years?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AGM byStrata trajectories on the 11 SILC matrix stands, projected to 2123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 of this deck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88A47A"/>
          </a:solidFill>
          <a:ln w="12700">
            <a:solidFill>
              <a:srgbClr val="88A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Short-horizon accuracy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close does the model land at 5 to 10 year remeasurement on SILC's own plots?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SILC CFI database (10 plots, 1981 to 2000) with 24 remeasurement intervals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 of this deck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horizon for planning, short horizon for trust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forest types x two density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Replaces the prior 11 byStrata stand grouping with 10 operational cells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strata_5x2_plot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 matrix stand inventory, 2696 plots across the Acadian Matrix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 and Commercial Softwood dominate the 10-cell map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Stratification rules for SILC sign 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each SILC plot is assigned to the 5 x 2 grid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Forest type assignment (by % stand BA)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Cedar: white cedar share &gt;=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Softwood: pines &gt;= 50% (JP, RP, WP)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Mixedwood: hardwood &gt;= 30% AND softwood &gt;= 30% (folds HS + 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Hardwood: HW dominant when softwood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Softwood: SW dominant (spruce, fir, hemlock) when HW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Unclassifiable: total identified species below 50% (CFI plot 1103)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Density class assignment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A+B (high): REL_DENSITY &gt;=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C+D (low): REL_DENSITY &lt;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REL_DENSITY = SDI / SDI_max with SDI_max = 450 (Long 1985 NE softwood)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= CFI sample median; balances 5/5 plot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alternative: SILC Matrix BA stocking lines A (&gt;=100), B (80-100), C (60-80), D (&lt;60)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thresholds open for SILC sign off; mapping file silc_strata_5x2_mapping.csv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SILC confirmation on species cutoffs and density threshold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AGM projects merch cords over 100 years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Plot-count weighted means with between-stand 5 to 95 percentile ribbon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strata_5x2_cords_weigh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Plot-count weighted across SILC matrix stands; ribbon = between stand 5 to 95 percentile band; 4 cells empty in AGM byStrata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 C+D and Mixedwood C+D project the largest 100 year cords gains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Year-100 outcomes by stratum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factor = year-100 value divided by year-0 value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219456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Stratum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 stands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Year-0 cords/ac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Year-100 cords/ac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Growth factor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59.3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1.66x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A+B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65.3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2.62x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17.9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3.41x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66.4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2.85x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Softwood / A+B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2.25x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Softwood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62.9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2.54x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(AcadianGY v12) byStrata; 4 cells have no byStrata coverage (Cedar A+B, Mixedwood A+B, both Other Softwood)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density cells project the largest growth factors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SILC CFI gives us the empirical anchor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 / Town 13 Tract 2, northern Maine | 24 reliable remeasurement intervals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fixed-area plots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 ac, EXPF=5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53512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953512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waves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53512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 / 1986 / 1990 / 1995 / 2000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58384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1,399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358384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trees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8384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327 dead + 269 removed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63256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649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763256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tree growth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63256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mortality records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68128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168128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remeasurement intervals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8128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to 9 year span 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of 10 strata cells covered by CFI plots: Cedar / Hardwood (both densities) / Mixedwood (both) / Commercial Softwood / C+D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/ A+B is uniquely covered by CFI but NOT by AGM byStrata — the two anchors are complementary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SILC_CFI_FIADB_Database_v3.xlsx, FIADB-structured, Weiskittel 2026-05-28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Seven Islands data with 24 remeasurement intervals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models bracket the truth on CFI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lands closest, AGM over projects, OSM-ACD under projects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multimodel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= AcadianGY 12.3.9 (in-source mortality + ingrowth fix); OSM-ACD = Open Stand Model Acadian v2.26.1, Cardinal SLURM 10988107 + 10990880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and AGM near zero, OSM is the under bracket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 model CFI accuracy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growth subset, n=17. Best of each metric in green, worst in red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1161288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Predictor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(Intl 1/4)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Curtis 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 growth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+5.2%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FIA prior PAI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(AcadianGY)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default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calibrated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(default = cal *)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-0.7%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FVS-ACD calibration tweaks BAMAX stocking caps which do not bind below 150 ft^2/ac BA; default and calibrated produce identical projections on these CFI plots. n=17 routine-growth subset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wins BA, FVS-ACD wins cords, AGM wins BdFt SDI RD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 composition matched by AGM and OSM-ACD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within 1.3 pp on Comm SW share, OSM-ACD within 3 pp on all four groups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specie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of routine-growth subset n=17. Bias annotations are predicted minus observed in percentage points. FVS per tree species output deferred (TREELIST scheduling)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and OSM-ACD both track the observed Comm SW + Hardwood mix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 for SILC operational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AGM with MORTCAL correction is the new long horizon champion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Switching on the #126b in-source size-dependent mortality correction cuts AGM BA bias from +18.5% to +7.8%, RMSE -34%, R^2 flips from -0.20 to +0.47, and sawlog BdFt R^2 climbs to 0.84 with single digit bias. Recommended for SILC operational sawlog projections.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8036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FVS-NE calibrated stays best on short horizon cords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5 yr bias (-0.3% BA, -3.8% cords) and tied for best 10 yr cords R^2 (0.82 vs AGM MORTCAL 0.82). Pair with AGM MORTCAL for cross-check; both share the merch volume formula.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Bracket with OSM-ACD as the conservative under projection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OSM-ACD is the lower bound at all horizons (-8% to -10% bias). Report AGM MORTCAL plus OSM as the operational range; per plot RMSE 11 ft^2/ac BA at 10 yr horizon.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operational champion; FVS-NE cal + OSM bracket the range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horizon scorecard: 10 to 14 year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to latest CFI measurement per plot. Mean horizon 10 years. n=6 routine pairs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long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29260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08760"/>
                <a:gridCol w="1463040"/>
                <a:gridCol w="1600200"/>
                <a:gridCol w="146304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def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+15.9%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52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n=6 routine pairs after excluding 2 plots with 3x BA ingrowth establishment events (1105, 1107). MORTCAL = #126b in-source mortality correction.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MORTCAL cuts long horizon bias by more than half, beats all defaults on BdFt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CFI scorecard fits a larger validation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n=17 SILC CFI pairs anchored against 12029 plot Maine FIA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75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3375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SILC CFI routine remeasurement pairs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375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Davistown, ME 1981 to 2000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6567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12,029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26567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+ NH + VT FIA paired plots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6567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Apples-to-apples overstory recompute, DIA &gt;= 5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9759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-0.06%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9759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FVS-ACD calibrated BA bias on FIA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759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of CFI scorecard, n 700x larger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+5% to +6% AGM and FVS-ACD CFI biases are consistent with the +0% bias the same calibration achieves on 12,029 FIA plots when stand structure differences are accounted for. The CFI biases reflect SILC's Acadian Matrix configuration, not a model failure.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recompute: SLURM 10591333; calibration/output/comparisons_overstory/FINDINGS.md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n CFI scorecard is consistent with the large n FIA validation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+18.5% AGM bias actually lives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mechanisms account for all of the long horizon over projection: under mortality on disturbed plots, plus over growth on slow plots</a:t>
            </a:r>
            <a:endParaRPr lang="en-US" sz="1500" dirty="0"/>
          </a:p>
        </p:txBody>
      </p:sp>
      <p:pic>
        <p:nvPicPr>
          <p:cNvPr id="4" name="Image 0" descr="/sessions/friendly-compassionate-rubin/mnt/repos--fvs-modern/calibration/output/comparisons_overstory/silc_cfi/silc_cfi_long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116128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failure modes drive the bias: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 mortality on disturbed plots: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4340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 1101 and 1106 lost 27 to 34% of TPA; AGM lost 0 to 19% (panel 1, red bars in panel 3).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 growth on slow plots: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grew QMD a uniform +0.8 in regardless of site; plots 1100 and 1104 grew only 0.05 to 0.17 in observed (panel 2).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Verified, not a calculation issue: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/ Cords / BdFt pipeline reproduces from the AGM treelist to 1e-13 ft^2/ac. The bias is the model speaking honestly.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is mechanism, not bug: under mortality + over growth on edge cases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Turning on AGM MORTCAL cuts long horizon bias by more than half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#126b in-source size dependent mortality correction (calibrated to Maine FIA) ports cleanly to SILC CFI. Default OFF in AGM 12.3.9; turn on by setting ops$MORTCAL = TRUE</a:t>
            </a:r>
            <a:endParaRPr lang="en-US" sz="1400" dirty="0"/>
          </a:p>
        </p:txBody>
      </p:sp>
      <p:pic>
        <p:nvPicPr>
          <p:cNvPr id="4" name="Image 0" descr="/sessions/friendly-compassionate-rubin/mnt/repos--fvs-modern/calibration/output/comparisons_overstory/silc_cfi/silc_cfi_long_mortca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11612880" cy="310896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132588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393192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cut by 58%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RMSE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+0.47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flips negative to positive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+0.24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 to single digit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long horizon champion across BA, cords, sawlog BdFt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Rerun 100 yr strata projections with AGM MORTCAL 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default AGM trajectories that drive the year 100 outcomes table with MORTCAL=TRUE output for the operational handoff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the 5 x 2 stratification with SILC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off that the species composition rules and density threshold match your operational categories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Backfill the empty AGM strata cells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Cedar/A+B, Mixedwood/A+B, both Other Softwood; pull from plot level AcadianGY R with MORTCAL 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the uncertainty bands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empirical AGM MORTCAL CFI RMSE (10.7 ft^2/ac BA at 10 yr) as the per plot uncertainty for SILC operational reporting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model scaffold is live, awaiting SILC sign off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 discussion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458968" y="352044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Aaron R. Weiskittel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| University of Maine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SILC Four-Model Benchmark</dc:title>
  <dc:subject>PptxGenJS Presentation</dc:subject>
  <dc:creator>Aaron R. Weiskittel</dc:creator>
  <cp:lastModifiedBy>Aaron R. Weiskittel</cp:lastModifiedBy>
  <cp:revision>1</cp:revision>
  <dcterms:created xsi:type="dcterms:W3CDTF">2026-05-29T11:32:00Z</dcterms:created>
  <dcterms:modified xsi:type="dcterms:W3CDTF">2026-05-29T11:32:00Z</dcterms:modified>
</cp:coreProperties>
</file>