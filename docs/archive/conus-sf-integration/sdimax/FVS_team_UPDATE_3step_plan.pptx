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s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114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staged plan to refine FVS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640080" y="30632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calibration, a localized density limit, and a CONUS-wide single variant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for the USDA Forest Service FVS team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 and collaborators  |  Center for Research on Sustainable Forests  |  14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plan, three steps: near-term to long-term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41148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566160" cy="1097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Calibrate via FIA modifiers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FIA-derived calibration modifiers (mortality, growth, density limit) onto the existing FVS engine. The basis of fvs-modern.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Mortality, crown, HT-DBH calibrated for all 25 variants; growth in progress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566160" cy="4114800"/>
          </a:xfrm>
          <a:prstGeom prst="rect">
            <a:avLst/>
          </a:prstGeom>
          <a:solidFill>
            <a:srgbClr val="EDF3EE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417320"/>
            <a:ext cx="3566160" cy="1097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4924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Refine the maximum SDI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species-weighted maximum with a localized, FIA-derived one, jointly calibrated with mortality, to improve long-term density and self-thinning.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572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in analysis; not yet in production config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66160" cy="41148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417320"/>
            <a:ext cx="3566160" cy="1097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6760" y="1691640"/>
            <a:ext cx="640080" cy="64008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CONUS variant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25603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Refit the component equations as a single trait-aware CONUS variant covering all species, retiring the 20 separate regional variants.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4572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Equations banked; injection prototyped, not merged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stands alone and improves FVS; together they modernize it end to end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Calibrate the FVS engine with FIA-derived modifiers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Deployable on the existing engine today; the basis of fvs-modern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FIA calibration modifiers on the existing engine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is.  </a:t>
            </a:r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FVS engine and species tables, and layer FIA-derived calibration on top: mortality, growth, and density-limit modifiers (MORTMULT, BAIMULT, SDIMAX) fit to FIA remeasurement. No new equations to certify; it improves accuracy with the engine as-is.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Northeast benchmark, FIA remeasurement (year-0 reproduces observed state exactly):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-0.6%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11680" y="4480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basal area bias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+12 to 13%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09360" y="4480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NE and ACD bias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870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of Maine | Center for Research on Sustainable Forests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Northeast result is encouraging; being re-verified, and growth calibration is in progress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Refine the maximum SDI for better long-term predictions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density limit governs self-thinning over a rotation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Species-weighted maximum is biased; a localized one predicts better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species-weighted bias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FIA-derived maximum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75488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bias-corrected R-squared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(near-zero plot skill)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~85%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50392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self-thinning prediction,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 vs species-weighted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SDI is not observable, so the test is predictive: relative density from the localized maximum predicts observed self-thinning about 85 percent better, in every region (82,130 plots)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the density limit from a localized, FIA-derived maximum, not species-weighted constants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Confirmed across all 20 CONUS variants in the engine</a:t>
            </a:r>
            <a:endParaRPr lang="en-US" sz="2900" dirty="0"/>
          </a:p>
        </p:txBody>
      </p:sp>
      <p:pic>
        <p:nvPicPr>
          <p:cNvPr id="5" name="Image 0" descr="allvar_level_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variant needs its own level (0.6 to 2.0, median 1.2); the level tracks its native bias, so it is calibrated jointly with mortality, not dropped in uniformly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level-calibrated localized maximum matches or beats native in 19 of 20 variants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Refit the component equations as one CONUS variant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away from 20 separately maintained regional variants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trait-aware set, built on two axes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023360" y="1371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(per-species fit)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38160" y="1371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Species-independent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(trait-driven, species-free)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Tree-level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Stand-level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23360" y="2148840"/>
            <a:ext cx="3931920" cy="1508760"/>
          </a:xfrm>
          <a:prstGeom prst="rect">
            <a:avLst/>
          </a:prstGeom>
          <a:solidFill>
            <a:srgbClr val="F4F6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25856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Growth, height-diameter, crown, survival, ingrowth fit per species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2148840"/>
            <a:ext cx="3931920" cy="1508760"/>
          </a:xfrm>
          <a:prstGeom prst="rect">
            <a:avLst/>
          </a:prstGeom>
          <a:solidFill>
            <a:srgbClr val="F4F6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25856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components from a trait and climate form; covers rare species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23360" y="3840480"/>
            <a:ext cx="3931920" cy="1508760"/>
          </a:xfrm>
          <a:prstGeom prst="rect">
            <a:avLst/>
          </a:prstGeom>
          <a:solidFill>
            <a:srgbClr val="EAF1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95020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Composition-driven density and basal area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3840480"/>
            <a:ext cx="3931920" cy="1508760"/>
          </a:xfrm>
          <a:prstGeom prst="rect">
            <a:avLst/>
          </a:prstGeom>
          <a:solidFill>
            <a:srgbClr val="EAF1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395020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Density and basal area on the localized maximum SDI (Step 2)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per-species shrinkage blend joins the two columns: known species keep their fit, rare species fall back to traits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variant, all species, with calibrated uncertainty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evidence: competitive, and strong on rare species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0.091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species-dependent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(cm/yr)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666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0.097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Greg Johnson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species-specific RMSE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6D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0.118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50392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species-free,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Douglas-fir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Douglas-fir diameter growth: competitive with a species-specific model, and within about 22 percent predicting a species it has never seen, exactly the rare-species case regional variants do not cover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trait leg covers the species the regional variants cannot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and where your input would help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73152" cy="9144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FIA modifiers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15087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Mortality, crown, height-diameter calibrated for all 25 variants; growth multipliers still being completed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9144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60320"/>
            <a:ext cx="73152" cy="9144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Maximum SDI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06240" y="25603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in analysis as a better self-thinning predictor; not yet in production config; adopt jointly with mortality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9144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611880"/>
            <a:ext cx="73152" cy="9144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11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CONUS variant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06240" y="361188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Equations fit and banked; engine injection prototyped, not merged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would value FVS-team guidance on:  </a:t>
            </a:r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maximum-SDI source and SDI convention, the engine integration path for the CONUS equations, and the benchmark protocol to match.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steps, each improving FVS, with a clear path to one modern CONUS variant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s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36118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technical report and data available on request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2026-06-15T23:41:18Z</dcterms:created>
  <dcterms:modified xsi:type="dcterms:W3CDTF">2026-06-15T23:41:18Z</dcterms:modified>
</cp:coreProperties>
</file>