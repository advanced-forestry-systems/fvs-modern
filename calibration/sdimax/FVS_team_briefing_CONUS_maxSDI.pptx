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s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114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Toward CONUS-wide FVS component equations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640080" y="32461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a localized, data-derived maximum stand density index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for the USDA Forest Service FVS team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Weiskittel and collaborators  |  Center for Research on Sustainable Forests  |  14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one CONUS variant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329184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73152" cy="3291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 regional variants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functional forms and species coverage, separately maintained, hard to keep current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66160" cy="329184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8" name="Shape 6"/>
          <p:cNvSpPr/>
          <p:nvPr/>
        </p:nvSpPr>
        <p:spPr>
          <a:xfrm>
            <a:off x="4343400" y="1554480"/>
            <a:ext cx="73152" cy="3291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737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 species thinly served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Per-species fits leave uncommon species with weak or no support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66160" cy="329184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0" y="1554480"/>
            <a:ext cx="73152" cy="3291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737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National analyses are awkward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66760" y="26517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Carbon, fuels, and climate work need one consistent engine across regions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870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of Maine | Center for Research on Sustainable Forests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unified, trait-aware set keeps every species supported and national analyses consistent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design axes organize the equations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023360" y="13716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Species-dependent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(per-species fit)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13716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Species-independent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(trait-driven, species-free)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Tree-level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Stand-level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23360" y="2148840"/>
            <a:ext cx="3931920" cy="1737360"/>
          </a:xfrm>
          <a:prstGeom prst="rect">
            <a:avLst/>
          </a:prstGeom>
          <a:solidFill>
            <a:srgbClr val="F4F6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2258568"/>
            <a:ext cx="36118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DG, HG, HT-DBH, crown base, crown ratio, survival, ingrowth fit per species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38160" y="2148840"/>
            <a:ext cx="3931920" cy="1737360"/>
          </a:xfrm>
          <a:prstGeom prst="rect">
            <a:avLst/>
          </a:prstGeom>
          <a:solidFill>
            <a:srgbClr val="F4F6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2258568"/>
            <a:ext cx="36118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components from a trait and climate form; covers rare and unsampled species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023360" y="4069080"/>
            <a:ext cx="3931920" cy="1737360"/>
          </a:xfrm>
          <a:prstGeom prst="rect">
            <a:avLst/>
          </a:prstGeom>
          <a:solidFill>
            <a:srgbClr val="EAF1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4178808"/>
            <a:ext cx="36118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Composition-driven density and basal area behavior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4069080"/>
            <a:ext cx="3931920" cy="1737360"/>
          </a:xfrm>
          <a:prstGeom prst="rect">
            <a:avLst/>
          </a:prstGeom>
          <a:solidFill>
            <a:srgbClr val="EAF1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178808"/>
            <a:ext cx="36118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Density and basal area driven by a localized, data-derived maximum SDI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23360" y="5897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per-species shrinkage blend (w = n / (n + k)) joins the two columns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Well-sampled species keep their own fit; rare species fall back to the trait form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it stands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73152" cy="137160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18488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Tree-level: built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0" y="1618488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Diameter and height growth, height-diameter, crown base, crown ratio, survival, ingrowth. Three carry a validated refit (annualized crown and crown base, senescence).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13716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017520"/>
            <a:ext cx="73152" cy="137160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27248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Stand-level: prototyped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0" y="3127248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Age-independent, annualized density, basal area, and top height, in the spirit of Garcia's state-space approach. Not yet wired as a constraint layer.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64240" cy="1371600"/>
          </a:xfrm>
          <a:prstGeom prst="rect">
            <a:avLst/>
          </a:prstGeom>
          <a:solidFill>
            <a:srgbClr val="FBF7E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526280"/>
            <a:ext cx="73152" cy="13716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36008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Integration: in progress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4636008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driven today through multipliers and the SDIMAX keyword; injecting the trait-driven equations as the engine's growth functions is the largest remaining task.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built and validated; engine injection is the make-or-break remaining work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benchmark: unified beats the regional variants on basal area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Northeast FIA remeasurement, year-0 reproducing observed stand state exactly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-0.6%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3749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basal area bias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2743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+12 to 13%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754880" y="3749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NE and ACD bias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0" y="2743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666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density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503920" y="3749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only weakness,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traced to maximum SDI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870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of Maine | Center for Research on Sustainable Forests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integral that matters most, the unified equations already beat the regional variants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Versus Greg Johnson's CONUS equations (Douglas-fir diameter growth)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05840" y="2377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0.091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058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species-dependent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(cm/yr)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2377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666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0.097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75488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Greg species-specific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(cm/yr)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2377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6D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0.118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50392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species-free,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Douglas-fir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Predicting Douglas-fir from traits alone, having never seen one, lands within about 22 percent of a model fit on 156,000 Douglas-fir observations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870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of Maine | Center for Research on Sustainable Forests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where Greg has data; the trait leg covers the rare species his system cannot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Maximum stand density index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density limit is one of the most consequential single numbers in any long-term projection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FVS species-weighted maximum is biased and uninformative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0584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+28%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biased high vs an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FIA-derived maximum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5488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bias-corrected R-squared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(near-zero plot skill)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666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observable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50392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maximum is latent;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test must be predictive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Per-species maxima are conservative pure-stand bounds; basal-area-weighting them across a mixed stand overstates the achievable maximum and carries no location signal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Species-weighting predicts the real maximum worse than simply using the overall mean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non-circular test: does it predict observed self-thinning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density drives self-thinning, so the better maximum is the one whose relative density better predicts observed density loss. 82,130 remeasured plots, deviance explained: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37360" y="2331720"/>
            <a:ext cx="2834640" cy="457200"/>
          </a:xfrm>
          <a:prstGeom prst="rect">
            <a:avLst/>
          </a:prstGeom>
          <a:solidFill>
            <a:srgbClr val="1A3D2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2331720"/>
            <a:ext cx="2926080" cy="457200"/>
          </a:xfrm>
          <a:prstGeom prst="rect">
            <a:avLst/>
          </a:prstGeom>
          <a:solidFill>
            <a:srgbClr val="B068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 species-weighted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2331720"/>
            <a:ext cx="2926080" cy="457200"/>
          </a:xfrm>
          <a:prstGeom prst="rect">
            <a:avLst/>
          </a:prstGeom>
          <a:solidFill>
            <a:srgbClr val="2F6D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Localized (FIA)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788920"/>
            <a:ext cx="28346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788920"/>
            <a:ext cx="29260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0.058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0" y="2788920"/>
            <a:ext cx="29260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37360" y="3355848"/>
            <a:ext cx="2834640" cy="566928"/>
          </a:xfrm>
          <a:prstGeom prst="rect">
            <a:avLst/>
          </a:prstGeom>
          <a:solidFill>
            <a:srgbClr val="F4F6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355848"/>
            <a:ext cx="2926080" cy="566928"/>
          </a:xfrm>
          <a:prstGeom prst="rect">
            <a:avLst/>
          </a:prstGeom>
          <a:solidFill>
            <a:srgbClr val="F4F6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0.072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0" y="3355848"/>
            <a:ext cx="2926080" cy="566928"/>
          </a:xfrm>
          <a:prstGeom prst="rect">
            <a:avLst/>
          </a:prstGeom>
          <a:solidFill>
            <a:srgbClr val="F4F6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3922776"/>
            <a:ext cx="28346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922776"/>
            <a:ext cx="29260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0" y="3922776"/>
            <a:ext cx="29260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0.057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F6D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85 percent better, in every region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only criterion that is not circular, the localized maximum wins everywhere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 inside FVS the benefit is regional</a:t>
            </a:r>
            <a:endParaRPr lang="en-US" sz="3000" dirty="0"/>
          </a:p>
        </p:txBody>
      </p:sp>
      <p:pic>
        <p:nvPicPr>
          <p:cNvPr id="3" name="Image 0" descr="pn_vs_cr_maxSD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0881360" cy="4800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Localizing helps dense Pacific Northwest stands and hurts dry interior Central Rockies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Why: pattern is good, the level needs calibration</a:t>
            </a:r>
            <a:endParaRPr lang="en-US" sz="3000" dirty="0"/>
          </a:p>
        </p:txBody>
      </p:sp>
      <p:pic>
        <p:nvPicPr>
          <p:cNvPr id="3" name="Image 0" descr="cr_scale_diagno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355080" cy="42611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23760" y="16002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43800" y="160020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FIA maximum carries a spatial pattern and a level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223760" y="265176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43800" y="26517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free fit of self-thinning is invariant to the level, so the value is in the pattern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223760" y="37033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43800" y="37033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engine the mortality response is fixed, so the level decides where each stand sits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223760" y="475488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43800" y="475488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about 0.9x the raw value, CR beats native with near-zero bias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 the localized spatial pattern; calibrate its level jointly with the mortality response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density limit matters most (7.25 million plots)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 of the self-thinning signal varies about four-fold by region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5029200" cy="2286000"/>
          </a:xfrm>
          <a:prstGeom prst="rect">
            <a:avLst/>
          </a:prstGeom>
          <a:solidFill>
            <a:srgbClr val="FBF1EB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6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Weakest: dry interior West
</a:t>
            </a:r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Utah 0.04, Central Idaho 0.05, Central Rockies 0.06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drought and disturbance dominate mortality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2011680"/>
            <a:ext cx="5029200" cy="2286000"/>
          </a:xfrm>
          <a:prstGeom prst="rect">
            <a:avLst/>
          </a:prstGeom>
          <a:solidFill>
            <a:srgbClr val="EDF3EE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Strongest: moist East, South, PNW
</a:t>
            </a:r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Southern 0.14, Blue Mountains 0.12, Pacific NW 0.10, Northeast 0.10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self-thinning is the primary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axis as the projection result: localizing the maximum pays off most where self-thinning governs stand dynamics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the maximum right first in the East, South, and moist West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for the FVS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A3D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maximum SDI as a localized, data-derived stand attribute from the FIA surface, not a species-weighted constant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679192"/>
            <a:ext cx="502920" cy="502920"/>
          </a:xfrm>
          <a:prstGeom prst="ellipse">
            <a:avLst/>
          </a:prstGeom>
          <a:solidFill>
            <a:srgbClr val="1A3D2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633472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 the spatial pattern and calibrate its level jointly with the density-dependent mortality response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758184"/>
            <a:ext cx="502920" cy="502920"/>
          </a:xfrm>
          <a:prstGeom prst="ellipse">
            <a:avLst/>
          </a:prstGeom>
          <a:solidFill>
            <a:srgbClr val="1A3D2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58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712464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ship it as a drop-in SDIMAX override on a native variant without per-region revalidation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837176"/>
            <a:ext cx="502920" cy="502920"/>
          </a:xfrm>
          <a:prstGeom prst="ellipse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37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791456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welcome on benchmark design, the engine integration path, and the SDI convention to match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 the maximum, calibrate the level, and validate by region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s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36118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Companion documents: the maximum-SDI technical report and the CONUS equations briefing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aaron.weiskittel@maine.edu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2026-06-14T13:02:12Z</dcterms:created>
  <dcterms:modified xsi:type="dcterms:W3CDTF">2026-06-14T13:02:12Z</dcterms:modified>
</cp:coreProperties>
</file>