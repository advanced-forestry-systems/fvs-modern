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3D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complementary thread at UMaine: Bayesian calibration + uncertainty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3258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Wrapping the remodeled FVS equations (diameter and height growth, mortality, crown) in a Bayesian recalibration to FIA, with credible intervals, across the CONUS variants.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2377440"/>
            <a:ext cx="11064240" cy="1005840"/>
          </a:xfrm>
          <a:prstGeom prst="rect">
            <a:avLst/>
          </a:prstGeom>
          <a:solidFill>
            <a:srgbClr val="F4F6F4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2377440"/>
            <a:ext cx="73152" cy="1005840"/>
          </a:xfrm>
          <a:prstGeom prst="rect">
            <a:avLst/>
          </a:prstGeom>
          <a:solidFill>
            <a:srgbClr val="C5A55A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37744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3D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FIA remeasurement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023360" y="2377440"/>
            <a:ext cx="7406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Component models recalibrated to FIA across variants; per-species multipliers feed the existing engine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3520440"/>
            <a:ext cx="11064240" cy="1005840"/>
          </a:xfrm>
          <a:prstGeom prst="rect">
            <a:avLst/>
          </a:prstGeom>
          <a:solidFill>
            <a:srgbClr val="F4F6F4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3520440"/>
            <a:ext cx="73152" cy="1005840"/>
          </a:xfrm>
          <a:prstGeom prst="rect">
            <a:avLst/>
          </a:prstGeom>
          <a:solidFill>
            <a:srgbClr val="C5A55A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52044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3D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Calibrated so far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023360" y="3520440"/>
            <a:ext cx="7406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Mortality, crown ratio, and height-diameter across all variants; growth calibration in progress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4663440"/>
            <a:ext cx="11064240" cy="1005840"/>
          </a:xfrm>
          <a:prstGeom prst="rect">
            <a:avLst/>
          </a:prstGeom>
          <a:solidFill>
            <a:srgbClr val="F4F6F4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4663440"/>
            <a:ext cx="73152" cy="1005840"/>
          </a:xfrm>
          <a:prstGeom prst="rect">
            <a:avLst/>
          </a:prstGeom>
          <a:solidFill>
            <a:srgbClr val="C5A55A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466344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3D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Uncertainty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023360" y="4663440"/>
            <a:ext cx="7406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Posterior draws propagate to projection-level credible intervals, which FVS has lacked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48640" y="58978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A. Weiskittel, Center for Research on Sustainable Forests, University of Maine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solidFill>
            <a:srgbClr val="1A3D28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626364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remodeled species-specific equations, recalibrated to FIA and carrying uncertainty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3D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localized maximum SDI improves the density limit (model-agnostic)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3258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Most growth-and-yield models set the density limit by weighting fixed per-species maximum-SDI constants. Against FIA, that approach is biased and uninformative; a localized, FIA-derived maximum does better.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14400" y="265176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B0682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+28%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914400" y="3657600"/>
            <a:ext cx="33832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5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species-weighted maximum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biased high vs an FIA estimate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4663440" y="265176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B0682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~0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4663440" y="3657600"/>
            <a:ext cx="33832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5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its plot-level skill after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removing the mean bias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412480" y="265176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A3D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better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8412480" y="3657600"/>
            <a:ext cx="33832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5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localized maximum predicts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observed self-thinning more closely,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every region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731520" y="502920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1A3D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Maximum SDI is not observable, so the test is predictive: relative density from the localized maximum better predicts observed density loss. The maximum and the mortality response must be calibrated together.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58978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A. Weiskittel, Center for Research on Sustainable Forests, University of Maine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solidFill>
            <a:srgbClr val="1A3D28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626364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Set the density limit from a localized, data-derived maximum, not species-weighted constants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3D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Two legs, one engine: species-specific and species-free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828800" y="1554480"/>
            <a:ext cx="3657600" cy="3108960"/>
          </a:xfrm>
          <a:prstGeom prst="rect">
            <a:avLst/>
          </a:prstGeom>
          <a:solidFill>
            <a:srgbClr val="F4F6F4"/>
          </a:solidFill>
          <a:ln/>
        </p:spPr>
      </p:sp>
      <p:sp>
        <p:nvSpPr>
          <p:cNvPr id="4" name="Shape 2"/>
          <p:cNvSpPr/>
          <p:nvPr/>
        </p:nvSpPr>
        <p:spPr>
          <a:xfrm>
            <a:off x="1828800" y="1554480"/>
            <a:ext cx="3657600" cy="91440"/>
          </a:xfrm>
          <a:prstGeom prst="rect">
            <a:avLst/>
          </a:prstGeom>
          <a:solidFill>
            <a:srgbClr val="1A3D28"/>
          </a:solidFill>
          <a:ln/>
        </p:spPr>
      </p:sp>
      <p:sp>
        <p:nvSpPr>
          <p:cNvPr id="5" name="Text 3"/>
          <p:cNvSpPr/>
          <p:nvPr/>
        </p:nvSpPr>
        <p:spPr>
          <a:xfrm>
            <a:off x="2057400" y="178308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A3D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Species-specific (Greg's remodel)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057400" y="2651760"/>
            <a:ext cx="32004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Per-species equations where the data support them. Accurate and interpretable for the well-sampled species.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766560" y="1554480"/>
            <a:ext cx="3657600" cy="3108960"/>
          </a:xfrm>
          <a:prstGeom prst="rect">
            <a:avLst/>
          </a:prstGeom>
          <a:solidFill>
            <a:srgbClr val="EAF1F5"/>
          </a:solidFill>
          <a:ln/>
        </p:spPr>
      </p:sp>
      <p:sp>
        <p:nvSpPr>
          <p:cNvPr id="8" name="Shape 6"/>
          <p:cNvSpPr/>
          <p:nvPr/>
        </p:nvSpPr>
        <p:spPr>
          <a:xfrm>
            <a:off x="6766560" y="1554480"/>
            <a:ext cx="3657600" cy="91440"/>
          </a:xfrm>
          <a:prstGeom prst="rect">
            <a:avLst/>
          </a:prstGeom>
          <a:solidFill>
            <a:srgbClr val="2F6DB0"/>
          </a:solidFill>
          <a:ln/>
        </p:spPr>
      </p:sp>
      <p:sp>
        <p:nvSpPr>
          <p:cNvPr id="9" name="Text 7"/>
          <p:cNvSpPr/>
          <p:nvPr/>
        </p:nvSpPr>
        <p:spPr>
          <a:xfrm>
            <a:off x="6995160" y="178308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F6DB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Species-free (trait-driven)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995160" y="2651760"/>
            <a:ext cx="32004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equation keyed on functional traits and climate. Covers rare and unsampled species, where per-species fits run out of data.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486400" y="2743200"/>
            <a:ext cx="1280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blended per species,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weight w = n / (n + k)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1520" y="493776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1A3D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Early result: predicting Douglas-fir from traits alone, with no Douglas-fir data, lands within about 22 percent of a species-specific fit, the rare-species case the regional variants do not cover.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48640" y="58978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A. Weiskittel, Center for Research on Sustainable Forests, University of Maine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solidFill>
            <a:srgbClr val="1A3D28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626364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trait leg covers the species the per-species equations cannot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2026-06-16T10:49:05Z</dcterms:created>
  <dcterms:modified xsi:type="dcterms:W3CDTF">2026-06-16T10:49:05Z</dcterms:modified>
</cp:coreProperties>
</file>