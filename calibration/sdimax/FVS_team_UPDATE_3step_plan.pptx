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rsf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41148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5544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staged plan to refine FVS</a:t>
            </a:r>
            <a:endParaRPr lang="en-US" sz="5000" dirty="0"/>
          </a:p>
        </p:txBody>
      </p:sp>
      <p:sp>
        <p:nvSpPr>
          <p:cNvPr id="4" name="Text 1"/>
          <p:cNvSpPr/>
          <p:nvPr/>
        </p:nvSpPr>
        <p:spPr>
          <a:xfrm>
            <a:off x="640080" y="306324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FIA calibration, a localized density limit, and a CONUS-wide single variant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Update for the USDA Forest Service FVS team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640080" y="4937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A. Weiskittel and collaborators  |  Center for Research on Sustainable Forests  |  14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plan, three steps: near-term to long-term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66160" cy="41148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417320"/>
            <a:ext cx="3566160" cy="1097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554480" y="164592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Calibrate via FIA modifiers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54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 FIA-derived calibration modifiers (mortality, growth, density limit) onto the existing FVS engine. Deployable now; this is the basis of fvs-modern.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457200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Working: beats regional NE and ACD on basal area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43400" y="1417320"/>
            <a:ext cx="3566160" cy="4114800"/>
          </a:xfrm>
          <a:prstGeom prst="rect">
            <a:avLst/>
          </a:prstGeom>
          <a:solidFill>
            <a:srgbClr val="EDF3EE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1417320"/>
            <a:ext cx="3566160" cy="1097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349240" y="164592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Refine the maximum SDI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72000" y="2560320"/>
            <a:ext cx="3154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Replace the species-weighted maximum with a localized, FIA-derived one, jointly calibrated with mortality, to improve long-term density and self-thinning.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457200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Validated: better self-thinning in 19 of 20 variants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138160" y="1417320"/>
            <a:ext cx="3566160" cy="41148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18" name="Shape 16"/>
          <p:cNvSpPr/>
          <p:nvPr/>
        </p:nvSpPr>
        <p:spPr>
          <a:xfrm>
            <a:off x="8138160" y="1417320"/>
            <a:ext cx="3566160" cy="109728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9" name="Shape 17"/>
          <p:cNvSpPr/>
          <p:nvPr/>
        </p:nvSpPr>
        <p:spPr>
          <a:xfrm>
            <a:off x="8366760" y="1691640"/>
            <a:ext cx="640080" cy="640080"/>
          </a:xfrm>
          <a:prstGeom prst="ellipse">
            <a:avLst/>
          </a:prstGeom>
          <a:solidFill>
            <a:srgbClr val="1A3D28"/>
          </a:solidFill>
          <a:ln/>
        </p:spPr>
      </p:sp>
      <p:sp>
        <p:nvSpPr>
          <p:cNvPr id="20" name="Text 18"/>
          <p:cNvSpPr/>
          <p:nvPr/>
        </p:nvSpPr>
        <p:spPr>
          <a:xfrm>
            <a:off x="8366760" y="1691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144000" y="164592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CONUS variant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8366760" y="2560320"/>
            <a:ext cx="31546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Refit the component equations as a single trait-aware CONUS variant covering all species, retiring the 20 separate regional variants.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66760" y="4572000"/>
            <a:ext cx="3154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progress: components built, integration next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step stands alone and improves FVS; together they modernize it end to end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5A5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Calibrate the FVS engine with FIA-derived modifiers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Deployable on the existing engine today; the basis of fvs-modern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6576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0" y="3657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FIA calibration modifiers on the existing engine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is.  </a:t>
            </a:r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the FVS engine and species tables, and layer FIA-derived calibration on top: mortality, growth, and density-limit modifiers (MORTMULT, BAIMULT, SDIMAX) fit to FIA remeasurement. No new equations to certify; it improves accuracy with the engine as-is.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 Northeast benchmark, FIA remeasurement (year-0 reproduces observed state exactly):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011680" y="34747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-0.6%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011680" y="44805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calibrated basal area bias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09360" y="347472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B0682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to 13%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309360" y="4480560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native NE and ACD bias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87044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University of Maine | Center for Research on Sustainable Forests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Calibrated FVS already beats the regional variants on basal area in the Northeast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5A5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Refine the maximum SDI for better long-term predictions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density limit governs self-thinning over a rotation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6576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0" y="3657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Species-weighted maximum is biased; a localized one predicts better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682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+28%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05840" y="34747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species-weighted bias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 FIA-derived maximum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54880" y="2468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0682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754880" y="34747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 bias-corrected R-squared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(near-zero plot skill)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0" y="2468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~85%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503920" y="347472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better self-thinning prediction,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localized vs species-weighted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8006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Maximum SDI is not observable, so the test is predictive: relative density from the localized maximum predicts observed self-thinning about 85 percent better, in every region (82,130 plots)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Set the density limit from a localized, FIA-derived maximum, not species-weighted constants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6576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0" y="3657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Confirmed across all 20 CONUS variants in the engine</a:t>
            </a:r>
            <a:endParaRPr lang="en-US" sz="2900" dirty="0"/>
          </a:p>
        </p:txBody>
      </p:sp>
      <p:pic>
        <p:nvPicPr>
          <p:cNvPr id="5" name="Image 0" descr="allvar_level_calib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11155680" cy="4206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variant needs its own level (0.6 to 2.0, median 1.2); the level tracks its native bias, so it is calibrated jointly with mortality, not dropped in uniformly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level-calibrated localized maximum matches or beats native in 19 of 20 variants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5A55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Refit the component equations as one CONUS variant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away from 20 separately maintained regional variants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6576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0" y="3657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trait-aware set, built on two axes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4023360" y="1371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(per-species fit)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138160" y="1371600"/>
            <a:ext cx="3931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Species-independent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(trait-driven, species-free)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148840"/>
            <a:ext cx="32918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Tree-level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3840480"/>
            <a:ext cx="32918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Stand-level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023360" y="2148840"/>
            <a:ext cx="3931920" cy="1508760"/>
          </a:xfrm>
          <a:prstGeom prst="rect">
            <a:avLst/>
          </a:prstGeom>
          <a:solidFill>
            <a:srgbClr val="F4F6F4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06240" y="2258568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Growth, height-diameter, crown, survival, ingrowth fit per species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138160" y="2148840"/>
            <a:ext cx="3931920" cy="1508760"/>
          </a:xfrm>
          <a:prstGeom prst="rect">
            <a:avLst/>
          </a:prstGeom>
          <a:solidFill>
            <a:srgbClr val="F4F6F4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258568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Same components from a trait and climate form; covers rare species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023360" y="3840480"/>
            <a:ext cx="3931920" cy="1508760"/>
          </a:xfrm>
          <a:prstGeom prst="rect">
            <a:avLst/>
          </a:prstGeom>
          <a:solidFill>
            <a:srgbClr val="EAF1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06240" y="3950208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Composition-driven density and basal area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38160" y="3840480"/>
            <a:ext cx="3931920" cy="1508760"/>
          </a:xfrm>
          <a:prstGeom prst="rect">
            <a:avLst/>
          </a:prstGeom>
          <a:solidFill>
            <a:srgbClr val="EAF1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1040" y="3950208"/>
            <a:ext cx="36118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Density and basal area on the localized maximum SDI (Step 2)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48640" y="55778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666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per-species shrinkage blend joins the two columns: known species keep their fit, rare species fall back to traits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variant, all species, with calibrated uncertainty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41280" y="365760"/>
            <a:ext cx="1417320" cy="502920"/>
          </a:xfrm>
          <a:prstGeom prst="roundRect">
            <a:avLst>
              <a:gd name="adj" fmla="val 18182"/>
            </a:avLst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10241280" y="365760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Early evidence: competitive, and strong on rare species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05840" y="22860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005840" y="32918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species-dependent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RMSE (cm/yr)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754880" y="22860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6666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0.097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754880" y="32918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Greg Johnson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species-specific RMSE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503920" y="228600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6DB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0.118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8503920" y="329184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species-free,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 Douglas-fir data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14400" y="46177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Douglas-fir diameter growth: competitive with a species-specific model, and within about 22 percent predicting a species it has never seen, exactly the rare-species case regional variants do not cover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trait leg covers the species the regional variants cannot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3333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Status and where your input would help</a:t>
            </a:r>
            <a:endParaRPr lang="en-US" sz="29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1064240" cy="9144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08760"/>
            <a:ext cx="73152" cy="91440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50876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1 — FIA modifiers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206240" y="1508760"/>
            <a:ext cx="7223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Working and benchmarked; deployable on the current engine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560320"/>
            <a:ext cx="11064240" cy="9144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60320"/>
            <a:ext cx="73152" cy="91440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256032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2 — Maximum SDI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206240" y="2560320"/>
            <a:ext cx="7223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Validated across all 20 variants; ready to adopt jointly with mortality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3611880"/>
            <a:ext cx="11064240" cy="914400"/>
          </a:xfrm>
          <a:prstGeom prst="rect">
            <a:avLst/>
          </a:prstGeom>
          <a:solidFill>
            <a:srgbClr val="F4F6F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3611880"/>
            <a:ext cx="73152" cy="9144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36118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3D2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Step 3 — CONUS variant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206240" y="3611880"/>
            <a:ext cx="7223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Components built, stand-level prototyped; engine injection is the next task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A3D2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would value FVS-team guidance on:  </a:t>
            </a:r>
            <a:pPr indent="0" marL="0">
              <a:buNone/>
            </a:pPr>
            <a:r>
              <a:rPr lang="en-US" sz="1550" dirty="0">
                <a:solidFill>
                  <a:srgbClr val="33333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maximum-SDI source and SDI convention, the engine integration path for the CONUS equations, and the benchmark protocol to match.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0" y="6263640"/>
            <a:ext cx="12188952" cy="594360"/>
          </a:xfrm>
          <a:prstGeom prst="rect">
            <a:avLst/>
          </a:prstGeom>
          <a:solidFill>
            <a:srgbClr val="1A3D28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6263640"/>
            <a:ext cx="11247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Three steps, each improving FVS, with a clear path to one modern CONUS variant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3D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rsf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246888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Discussion</a:t>
            </a:r>
            <a:endParaRPr lang="en-US" sz="4800" dirty="0"/>
          </a:p>
        </p:txBody>
      </p:sp>
      <p:sp>
        <p:nvSpPr>
          <p:cNvPr id="4" name="Text 1"/>
          <p:cNvSpPr/>
          <p:nvPr/>
        </p:nvSpPr>
        <p:spPr>
          <a:xfrm>
            <a:off x="731520" y="361188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DB5D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 technical report and data available on request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1520" y="49377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aaron.weiskittel@maine.edu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2026-06-14T17:14:16Z</dcterms:created>
  <dcterms:modified xsi:type="dcterms:W3CDTF">2026-06-14T17:14:16Z</dcterms:modified>
</cp:coreProperties>
</file>