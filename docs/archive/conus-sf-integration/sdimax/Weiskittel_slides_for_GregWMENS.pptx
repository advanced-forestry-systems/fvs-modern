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complementary thread at UMaine: Bayesian calibration + uncertainty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Wrapping the remodeled FVS equations (diameter and height growth, mortality, crown) in a Bayesian recalibration to FIA, with credible intervals, across the CONUS variants.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3774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FIA remeasurement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0" y="23774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models recalibrated to FIA across variants; per-species multipliers feed the existing engine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1064240" cy="100584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5204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Calibrated so far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35204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Mortality, crown ratio, and height-diameter across all variants; growth calibration in progress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100584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6634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63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Uncertainty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23360" y="46634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Posterior draws propagate to projection-level credible intervals, which FVS has lacked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Weiskittel, Center for Research on Sustainable Forests, University of Maine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remodeled species-specific equations, recalibrated to FIA and carrying uncertainty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localized maximum SDI improves the density limit (model-agnostic)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growth-and-yield models set the density limit by weighting fixed per-species maximum-SDI constants. Against FIA, that approach is biased and uninformative; a localized, FIA-derived maximum does better.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+28%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species-weighted maximum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biased high vs an FIA estimate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663440" y="2651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663440" y="36576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plot-level skill after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removing the mean bias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0" y="2651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412480" y="36576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localized maximum predicts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self-thinning more closely,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every region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SDI is not observable, so the test is predictive: relative density from the localized maximum better predicts observed density loss. The maximum and the mortality response must be calibrated together.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Weiskittel, Center for Research on Sustainable Forests, University of Maine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the density limit from a localized, data-derived maximum, not species-weighted constants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legs, one engine: species-specific and species-free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0" y="1554480"/>
            <a:ext cx="3657600" cy="310896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554480"/>
            <a:ext cx="3657600" cy="9144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5" name="Text 3"/>
          <p:cNvSpPr/>
          <p:nvPr/>
        </p:nvSpPr>
        <p:spPr>
          <a:xfrm>
            <a:off x="2057400" y="17830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Species-specific (Greg's remodel)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57400" y="265176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Per-species equations where the data support them. Accurate and interpretable for the well-sampled species.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554480"/>
            <a:ext cx="3657600" cy="3108960"/>
          </a:xfrm>
          <a:prstGeom prst="rect">
            <a:avLst/>
          </a:prstGeom>
          <a:solidFill>
            <a:srgbClr val="EAF1F5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0" y="1554480"/>
            <a:ext cx="3657600" cy="91440"/>
          </a:xfrm>
          <a:prstGeom prst="rect">
            <a:avLst/>
          </a:prstGeom>
          <a:solidFill>
            <a:srgbClr val="2F6DB0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17830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D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Species-free (trait-driven)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95160" y="265176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equation keyed on functional traits and climate. Covers rare and unsampled species, where per-species fits run out of data.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27889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blended per species,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w = n / (n + 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8006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Predicting Douglas-fir from traits alone, with no Douglas-fir data, lands within about 22 percent of a species-specific fit, the rare-species case the regional variants do not cover.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Weiskittel, Center for Research on Sustainable Forests, University of Maine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trait leg covers the species the per-species equations cannot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held-out trees, the trait form matches or beats per-species fits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test set, Northeast FIA. Pure species-free (trait-driven) versus a per-species fallback, point accuracy and 95% prediction-interval coverage.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3291840" cy="457200"/>
          </a:xfrm>
          <a:prstGeom prst="rect">
            <a:avLst/>
          </a:prstGeom>
          <a:solidFill>
            <a:srgbClr val="1A3D2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2194560"/>
            <a:ext cx="2194560" cy="457200"/>
          </a:xfrm>
          <a:prstGeom prst="rect">
            <a:avLst/>
          </a:prstGeom>
          <a:solidFill>
            <a:srgbClr val="1A3D2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Species-free RMSE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0" y="2194560"/>
            <a:ext cx="2194560" cy="457200"/>
          </a:xfrm>
          <a:prstGeom prst="rect">
            <a:avLst/>
          </a:prstGeom>
          <a:solidFill>
            <a:srgbClr val="1A3D2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Per-species RMSE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0" y="2194560"/>
            <a:ext cx="1645920" cy="457200"/>
          </a:xfrm>
          <a:prstGeom prst="rect">
            <a:avLst/>
          </a:prstGeom>
          <a:solidFill>
            <a:srgbClr val="1A3D2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Interval (PICP)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Height-to-crown-base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2651760"/>
            <a:ext cx="21945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0.140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21945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0.147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0" y="2651760"/>
            <a:ext cx="164592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218688"/>
            <a:ext cx="3291840" cy="566928"/>
          </a:xfrm>
          <a:prstGeom prst="rect">
            <a:avLst/>
          </a:prstGeom>
          <a:solidFill>
            <a:srgbClr val="F4F6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Height growth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3218688"/>
            <a:ext cx="2194560" cy="566928"/>
          </a:xfrm>
          <a:prstGeom prst="rect">
            <a:avLst/>
          </a:prstGeom>
          <a:solidFill>
            <a:srgbClr val="F4F6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218688"/>
            <a:ext cx="2194560" cy="566928"/>
          </a:xfrm>
          <a:prstGeom prst="rect">
            <a:avLst/>
          </a:prstGeom>
          <a:solidFill>
            <a:srgbClr val="F4F6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0.318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0" y="3218688"/>
            <a:ext cx="1645920" cy="566928"/>
          </a:xfrm>
          <a:prstGeom prst="rect">
            <a:avLst/>
          </a:prstGeom>
          <a:solidFill>
            <a:srgbClr val="F4F6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785616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Height-diameter (cm)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3785616"/>
            <a:ext cx="21945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785616"/>
            <a:ext cx="21945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0" y="3785616"/>
            <a:ext cx="164592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754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RMSE is better; coverage near 0.95 means the intervals are honest. The trait form wins on every component and equals the hybrid, so no per-species term is even required here.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Weiskittel, Center for Research on Sustainable Forests, University of Maine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Trait-driven equations generalize as well or better than per-species fits, with calibrated uncertainty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2026-06-16T11:07:35Z</dcterms:created>
  <dcterms:modified xsi:type="dcterms:W3CDTF">2026-06-16T11:07:35Z</dcterms:modified>
</cp:coreProperties>
</file>